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Numerical Analysis of Series1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Convergence Studies: e, Derivatives &amp; Taylor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Three key mathematical concepts explored: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1. Limit definition of e:  (1 + 1/n)^n → e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2. Derivative approximation:  (a^h − 1)/h → ln(a)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3. Taylor series expansion:  e^x = Σ (x^n / n!)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Goals: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Implement each in Python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Analyze convergence behavior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Visualize results with Matplotlib histograms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Exercise 1: The Limit of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Formula:  (1 + 1/n)^n  as  n → ∞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Progression of values: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n=1   → 2.000000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n=2   → 2.250000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n=4   → 2.441406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n=1000 → 2.716924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n=10^6 → 2.718280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Converges to Euler's number:  e ≈ 2.718281828...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Exercise 1: Convergence Visualization</a:t>
            </a:r>
          </a:p>
        </p:txBody>
      </p:sp>
      <p:pic>
        <p:nvPicPr>
          <p:cNvPr id="4" name="Picture 3" descr="series1_ex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D3748"/>
                </a:solidFill>
              </a:defRPr>
            </a:pPr>
            <a:r>
              <a:t>Bar chart showing monotonic convergence of (1+1/n)^n toward 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Exercise 1: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Convergence is monotonic (increasing)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Approaches e from below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Error decreases as O(1/n)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Reaches 6 decimal places by n ≈ 10^6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Why it matters: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Foundation for compound interest calculations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Defines the natural exponential base e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Demonstrates limit-based numerical convergence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Exercise 2: Derivative Approximation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Formula:  (a^h − 1) / h  as  h → 0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Approximates derivative of a^x at x = 0: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d/dx(a^x) at x=0 = ln(a)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Convergence values: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a = 2  →  ln(2) ≈ 0.6931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a = e  →  ln(e) = 1.0000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a = 3  →  ln(3) ≈ 1.0986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Tolerance target: ×10⁻⁶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Exercise 2: Convergence Visualization</a:t>
            </a:r>
          </a:p>
        </p:txBody>
      </p:sp>
      <p:pic>
        <p:nvPicPr>
          <p:cNvPr id="4" name="Picture 3" descr="series1_e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D3748"/>
                </a:solidFill>
              </a:defRPr>
            </a:pPr>
            <a:r>
              <a:t>Grouped bar chart showing (a^h − 1)/h converging to ln(a) as h shrinks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Exercise 2: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As h → 0, values converge to ln(a)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First-order finite difference method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Error scales as O(h)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For base e, result is exactly 1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Why base e is special: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Only base where derivative of a^x at 0 equals 1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This property makes e the 'natural' base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Foundation of calculus and exponential growth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Exercise 3: Taylor Series for e^x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Formula:  e^x = Σ (x^n / n!)  for n = 0 to ∞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Expanded form: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e^x = 1 + x + x²/2! + x³/3! + x⁴/4! + ...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Implementation details: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Up to 10,000 terms supported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Tolerance: 10⁻⁶ relative error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Tested for x from −5 to +5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Exercise 3: Convergence Visualization</a:t>
            </a:r>
          </a:p>
        </p:txBody>
      </p:sp>
      <p:pic>
        <p:nvPicPr>
          <p:cNvPr id="4" name="Picture 3" descr="series1_e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6531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D3748"/>
                </a:solidFill>
              </a:defRPr>
            </a:pPr>
            <a:r>
              <a:t>Four-panel plot: convergence, terms needed, approximations, distribution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Exercise 3: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Convergence depends strongly on |x|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For |x| ≤ 5: 15–50 terms typically needed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For x near 0: as few as 5 terms suffice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For large |x|: more terms required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Observations: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Factorial growth in denominator ensures fast convergence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Accuracy improves dramatically with each added term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Series diverges in term count but converges in value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Summary: Comparison of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Method 1: (1 + 1/n)^n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→ Computes e  |  Convergence: O(1/n)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Method 2: (a^h − 1)/h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→ Computes ln(a)  |  Convergence: O(h)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Method 3: Σ (x^n / n!)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→ Computes e^x  |  Convergence: factorial (fastest)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All three demonstrate numerical techniques for fundamental constants.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Real-World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Scientific Computing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Numerical integration and differentiation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Financial Mathematics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Compound interest (continuous vs periodic)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Machine Learning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Softmax and sigmoid activation functions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Physics &amp; Engineering</a:t>
            </a:r>
          </a:p>
          <a:p>
            <a:pPr lvl="1">
              <a:spcAft>
                <a:spcPts val="1000"/>
              </a:spcAft>
              <a:defRPr sz="1600">
                <a:solidFill>
                  <a:srgbClr val="2D3748"/>
                </a:solidFill>
              </a:defRPr>
            </a:pPr>
            <a:r>
              <a:t>• Radioactive decay, RC circuits, population growth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✔  Different numerical approaches reveal the same fundamental constants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✔  Convergence rate depends on the method used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✔  Taylor series offers fastest convergence for e^x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✔  Python + Matplotlib provides an effective platform for numerical visualization</a:t>
            </a: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D3748"/>
                </a:solidFill>
              </a:defRPr>
            </a:pPr>
            <a:r>
              <a:t>✔  Understanding convergence is essential for reliable numerical computing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