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7680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38BDF8"/>
                </a:solidFill>
              </a:rPr>
              <a:t>Series 1 - Laboratory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E2E8F0"/>
                </a:solidFill>
              </a:rPr>
              <a:t>Computing Euler's number e three ways: compound interest, the difference quotient, and the exponential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8BDF8"/>
                </a:solidFill>
              </a:rPr>
              <a:t>The Constant e  (overview)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e = 2.718281828459045...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Irrational, transcendental - the base of natural logarithms.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Appears in growth, calculus, probability and complex analysis.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Three ways to reach it in this lab: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1. Compound-interest limit  (1 + 1/n)^n  -&gt;  e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2. Derivative  d/dx[a^x] at x=0 = ln(a)  via a difference quotient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3. Exponential Taylor series  e^x = sum x^n / n!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Goal: compare convergence speed and the float-precision limit.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8BDF8"/>
                </a:solidFill>
              </a:rPr>
              <a:t>Exercise 1 - (1 + 1/n)^n -&gt;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Concept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Compound a 100% rate n times per year: factor = (1 + 1/n)^n.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As n grows (yearly -&gt; every nanosecond) the factor -&gt; e.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Answer / Result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yearly n=1 -&gt; 2.0000 ; daily n=365 -&gt; 2.7146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by every second it is stable to 7 decimals (2.718282).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Error falls like e/(2n): doubling n roughly halves the error.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Numerical trick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Use exp(n*log1p(1/n)); the naive form rounds to 1.0 for n &gt;= 1e16.</a:t>
            </a:r>
          </a:p>
        </p:txBody>
      </p:sp>
      <p:pic>
        <p:nvPicPr>
          <p:cNvPr id="5" name="Picture 4" descr="exercise1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6309360" cy="24786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8BDF8"/>
                </a:solidFill>
              </a:rPr>
              <a:t>Exercise 2 - (a^h - 1)/h -&gt; ln(a)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Concept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This is the derivative of a^x at x = 0, i.e. ln(a).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The forward difference quotient is a finite-step estimate of it.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Answer / Result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a=2 settles at 0.6931  (ln 2)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a=e settles at 1.0000  (ln e = 1, the 'natural' base)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a=3 settles at 1.0986  (ln 3)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Truncation error is O(h): each 10x smaller h adds ~1 digit.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Numerical trick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Use expm1(h*ln(a))/h to avoid catastrophic cancellation.</a:t>
            </a:r>
          </a:p>
        </p:txBody>
      </p:sp>
      <p:pic>
        <p:nvPicPr>
          <p:cNvPr id="5" name="Picture 4" descr="exercise2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6309360" cy="2891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8BDF8"/>
                </a:solidFill>
              </a:rPr>
              <a:t>Exercise 3 - e^x = sum x^n / 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Concept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Maclaurin series of exp(x); for x=1 it gives the series for e.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Terms 1/n! vanish super fast, so convergence is super-linear.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Answer / Result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N=10 -&gt; ~8 correct digits ; N=15 -&gt; ~13 ; N=20 -&gt; full double precision.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Beyond N~20 the error is frozen at the machine floor 4.44e-16.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Summing to N=10,000 gives the same result as N=20.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Why it flattens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Once 1/n! &lt; machine epsilon (~2.2e-16) extra terms change nothing.</a:t>
            </a:r>
          </a:p>
        </p:txBody>
      </p:sp>
      <p:pic>
        <p:nvPicPr>
          <p:cNvPr id="5" name="Picture 4" descr="exercise3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6309360" cy="24786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8BDF8"/>
                </a:solidFill>
              </a:rPr>
              <a:t>Comparison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Three routes to e, three convergence speeds: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Ex.1  (1+1/n)^n    : O(1/n)       - needs n ~ 1e15 for 15 digits (slowest)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Ex.2  (a^h-1)/h    : O(h) / decade- needs h ~ 1e-15; hits cancellation limit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Ex.3  sum x^n/n!   : super-linear - only ~20 terms for full precision (fastest)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</a:rPr>
              <a:t>Conclusion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The Taylor series is the most efficient; it is what computers use for exp(x).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The limits (Ex.1, Ex.2) converge too slowly for practical computation.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E2E8F0"/>
                </a:solidFill>
              </a:rPr>
              <a:t>Numerically-stable formulas (log1p, expm1) are essential near the precision limit.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